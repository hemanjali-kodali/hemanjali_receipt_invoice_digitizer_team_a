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A350-F655-451E-A80F-3BC525BDEDDA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53E6A-74BB-4862-A54C-EE6F459D4C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2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29691CF-CC23-8F13-65CA-49E8F950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C4BC3E30-C1B2-5F84-8182-30BDF3E6D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D215F47-B375-C6FF-3FE7-4B47CF78B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3759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4074846-8044-ECBF-DE49-18C59977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7C743272-0F1B-E628-32CA-0BCBC44C9D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BA48C3A1-C01F-BC7B-05FE-E49C038DA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012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FFF9E45-908E-5C5B-DC45-CC4DFA28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B2F4A7DF-5072-4F74-ABB3-8CBA8C118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9A16ECA-7797-3FE4-0E5C-E7466F933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941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E12B0C1-DF7D-8DDC-45E2-7741AAB2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9D2ED191-99E5-A136-5F1B-330645502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9AEC1BB7-301A-08B3-D57F-D22DC8379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716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69FDFDE-A0CC-D596-4315-5F311D16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853D7D0B-9FB4-7406-9F4B-6F0E8F812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766C9821-AB43-CD36-8D0E-E640C4173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131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468AF89-80F2-BEAB-445A-601DF856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EE8277B2-F43C-F96F-EEA8-57C8618D6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34B05E3-80FB-35E6-7DF5-811DE9E87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77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CB65FF2-1DA1-1C8B-89ED-581E3901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1EE7A1E5-F021-C947-D36E-980D13EA5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EAB9151-A478-0DA0-CFED-30457B3AC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66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9B059C4-8676-2B48-F18E-E7C62756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>
            <a:extLst>
              <a:ext uri="{FF2B5EF4-FFF2-40B4-BE49-F238E27FC236}">
                <a16:creationId xmlns:a16="http://schemas.microsoft.com/office/drawing/2014/main" id="{305A241C-7785-7AF6-2220-59161F340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BD7E533C-1CFA-B1E3-CB85-A24B59151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10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ADCC-22CD-3E31-D8CC-3CCD6EED1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E9C16-0128-BDE1-26BB-5F3D684DB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231D-6834-11CC-5BF4-B1B357DB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3A10-2BF2-1EC7-FDA5-DDE26D54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6F64-67BB-8632-7990-FA7AB42B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2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F9A8-01B9-FB64-40F2-02E4C5C8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B0DC-7684-E535-D683-EE321687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07A60-F15F-0E44-348E-B6570B8B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71A6-2882-2E41-97FC-19A5484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B486C-F2C7-FF27-5A32-F34B502C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26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052E-E069-A9AD-3FC4-29A32284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D5F25-C49D-21B4-F940-C45AB26E8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47F1-120A-6B24-441A-64DAE01B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60F9F-BAF2-2AD9-0C5D-71C1F392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50F7A-C2A5-14CD-19E3-A8127357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BEC6-AC54-D09F-C4F3-5E70A5ED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AE639-BCD9-E65D-2E90-C58101904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A8E50-7E9E-4D85-C61B-5D747F4F5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E61C6-1B3A-5478-3D2B-B88CDE83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D6E5C-AFB7-72A7-E7FB-C8ABD5DA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0E814-3034-6D04-680F-EB09419D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12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D1E4-3D53-52E9-FB9E-05360B9F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44E46-6711-B4FA-0932-B503C21E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C77B0-A60F-1216-1152-922D2AA7E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31BDC-5674-F218-57E5-C796D8A3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92E3B-3509-0865-5818-029D04658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F3F46-88A3-DBB0-174C-B6279AA8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182EE-FD28-AAA9-555D-F798DCF6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07DBB-BD1A-D312-5618-21F46E62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24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6770-36B7-46C2-B06D-A154A21C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823CA-31EA-995A-9DA2-D442BB67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F43F0-A45F-129C-AE27-92E10E40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B8231-1AB6-F8E1-AE41-53FEED15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02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532AE3-D8C9-D7C5-19EE-01783C6B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4FCA7-874E-0808-8CAB-6F0B544E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F3CA6-1637-F553-8FF5-79D5AED3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4FBE-63E7-1F2F-3FC2-A70DD55F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85567-350B-91DF-2E67-ADC0E2A6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C97C3-56AB-FBEF-1A1B-81C3EA492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45A30-6925-16BA-7827-88243A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628AC-F6FE-F015-9853-C93F1F34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A30BB-4815-C992-1087-EE1B3803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2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F483-19DD-2F33-8195-F26A70AC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F90A9-D932-F61E-AE0A-7F2E36896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C2E36-88AA-0D7D-1595-D2B84E8CF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0CA4F-04B9-3D69-4457-A6060E43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645F2-49EB-D089-9C56-CAFB7A99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F852E-7890-A96F-A424-54504BC5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2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7A4D-4B0A-B5EC-6D9A-519F7B72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3DA11-FD5F-A97C-CA52-5F5CA8B78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4A1C9-4651-8320-181E-84C75850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6276-467E-CF1B-DE93-AE3D3AA9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E14E6-24C1-52EC-C983-C71712B4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79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5A6EC-059A-56EC-DEE3-CDA79DDEF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3867A-6C94-4F48-E0B7-4C8642B15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DA5C8-69FD-1D10-48EF-10613671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82CA-B9BA-9004-E59E-393ECD14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20A59-9AE0-4272-A78A-C957768B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5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2A62C-EB22-CC08-4A82-A693927B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95FD3-2DE1-89FE-C6A8-410B506B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EECD-6F72-646B-7941-993300E4F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CC926-D8C0-40C8-AAC2-2B476D343397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52E84-4ECF-4511-07D2-89C9778D6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8C42A-BA6F-2A08-736A-5DA23EC2F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5023D-B462-43F5-91FA-BBDF62279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89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037300-D02C-55E1-0155-DFF9080A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107"/>
            <a:ext cx="12270658" cy="150018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PROCESS REPORT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727324-02BE-6291-4A9C-2C9A44531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678906"/>
            <a:ext cx="12192000" cy="150018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“RECEIPT AND ENVOICE DEGITIZER”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50FFD-0ADF-2439-F28A-0EBE121AEFDE}"/>
              </a:ext>
            </a:extLst>
          </p:cNvPr>
          <p:cNvSpPr txBox="1"/>
          <p:nvPr/>
        </p:nvSpPr>
        <p:spPr>
          <a:xfrm>
            <a:off x="8082116" y="3428999"/>
            <a:ext cx="2595582" cy="2535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A: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Sharma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Hemanjali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Kodali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nirupama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pardhu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nakketla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Sandana Aini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Rethika S</a:t>
            </a:r>
          </a:p>
        </p:txBody>
      </p:sp>
    </p:spTree>
    <p:extLst>
      <p:ext uri="{BB962C8B-B14F-4D97-AF65-F5344CB8AC3E}">
        <p14:creationId xmlns:p14="http://schemas.microsoft.com/office/powerpoint/2010/main" val="3512555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890141-A2B8-E9EB-00AB-377FDABD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6C9311-0482-0080-C36A-77D5B7226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</a:t>
            </a:r>
            <a:r>
              <a:rPr lang="en-US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Digitizer</a:t>
            </a:r>
          </a:p>
          <a:p>
            <a:r>
              <a:rPr lang="en-IN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IN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  <a:r>
              <a:rPr lang="en-IN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r>
              <a:rPr lang="en-IN"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en-IN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 </a:t>
            </a:r>
            <a:r>
              <a:rPr lang="en-IN"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IN" sz="1400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IN"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  <a:r>
              <a:rPr lang="en-IN"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6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0" y="191036"/>
            <a:ext cx="12192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" sz="3200" b="1" dirty="0"/>
              <a:t>Abstract</a:t>
            </a:r>
            <a:endParaRPr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B555F72-5287-027A-D45E-AEA2ADDFD8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0368" y="1244330"/>
            <a:ext cx="1117415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and Receipt Digitizer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backend system for uploading and managing financial documents digitally.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authentication, a protected dashboard, and file storage.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foundation for future automation such as OCR-based data extraction.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React.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 a layered architecture separating APIs, business logic, and database operations.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 credentials are protected using password hashing.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to resources is secured through JWT-based authentication.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scalability, security, and modular expansion.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to support advanced intelligent document processing in future phases.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" sz="3200" b="1" dirty="0"/>
              <a:t>Introduction</a:t>
            </a:r>
            <a:endParaRPr sz="3200" b="1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842000" y="1813533"/>
            <a:ext cx="10508000" cy="424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invoices and receipts is time-consuming and error-prone.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users to upload and manage documents digitally.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access through authentication and a user dashboard.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scalable, modular design and Frontend using React.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base for future OCR and intelligent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CEE8BBA-5C99-2A41-EEE0-D2527A48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7184210-0852-C099-A2EC-BFAD0481560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Tech Stack</a:t>
            </a:r>
            <a:endParaRPr sz="3200" b="1" dirty="0"/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F7B4949D-C7C7-BCCF-7897-4D05C8FC17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2000" y="1813533"/>
            <a:ext cx="10508000" cy="424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(version 18)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integration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for upload and management</a:t>
            </a:r>
          </a:p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APIs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30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4AE99E7-C949-C4EB-DEA3-65C5D80F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D8686F3C-770F-C006-0BE1-825069CBE6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Frontend Architecture</a:t>
            </a:r>
            <a:endParaRPr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8E09B-E85C-1F25-7C13-567EDCCF5BA0}"/>
              </a:ext>
            </a:extLst>
          </p:cNvPr>
          <p:cNvSpPr txBox="1"/>
          <p:nvPr/>
        </p:nvSpPr>
        <p:spPr>
          <a:xfrm>
            <a:off x="1054359" y="1922106"/>
            <a:ext cx="3788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F0DF89-81F5-718D-F9A5-741298DFB7EB}"/>
              </a:ext>
            </a:extLst>
          </p:cNvPr>
          <p:cNvSpPr txBox="1">
            <a:spLocks/>
          </p:cNvSpPr>
          <p:nvPr/>
        </p:nvSpPr>
        <p:spPr>
          <a:xfrm>
            <a:off x="828870" y="2733599"/>
            <a:ext cx="4014019" cy="3665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/>
              <a:t>Full-Stack Web Application (React + Node.js + Express)</a:t>
            </a:r>
            <a:endParaRPr lang="en-IN" sz="1800" dirty="0"/>
          </a:p>
          <a:p>
            <a:r>
              <a:rPr lang="en-IN" sz="1800" dirty="0"/>
              <a:t>Drag &amp; Drop File Upload</a:t>
            </a:r>
          </a:p>
          <a:p>
            <a:r>
              <a:rPr lang="en-IN" sz="1800" dirty="0"/>
              <a:t>OCR Simulation</a:t>
            </a:r>
          </a:p>
          <a:p>
            <a:r>
              <a:rPr lang="en-IN" sz="1800" dirty="0"/>
              <a:t>File Management Dashboard</a:t>
            </a:r>
          </a:p>
          <a:p>
            <a:r>
              <a:rPr lang="en-IN" sz="1800" dirty="0"/>
              <a:t>Export &amp; Analytics</a:t>
            </a:r>
          </a:p>
          <a:p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84D9C-C9EC-524C-AF96-011A43E5F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1438"/>
            <a:ext cx="567191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4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BB5962B-6904-5345-AF82-2D72BBA1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64F6F8AB-BFE0-1C30-2CAD-C4C1E3158B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Frontend Architecture</a:t>
            </a:r>
            <a:endParaRPr sz="32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5083C22-E3E9-38F6-A7E2-CA659B63CD73}"/>
              </a:ext>
            </a:extLst>
          </p:cNvPr>
          <p:cNvSpPr txBox="1">
            <a:spLocks/>
          </p:cNvSpPr>
          <p:nvPr/>
        </p:nvSpPr>
        <p:spPr>
          <a:xfrm>
            <a:off x="653143" y="1827495"/>
            <a:ext cx="9601200" cy="479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Core Features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Drag &amp; Drop Upload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Drag &amp; Drop API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File Preview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tag for images</a:t>
            </a:r>
          </a:p>
          <a:p>
            <a:pPr algn="l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PDFs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Search &amp; Filter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filtering using JavaScript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input fields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Statistics Dashboard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filter &amp; reduce methods</a:t>
            </a: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01069-4EC4-C4FC-1232-87722297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375" y="1854674"/>
            <a:ext cx="6176865" cy="363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9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3B2D4F5-AD38-0792-B986-0241B68D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DDE3A392-FA0B-F9B6-69EB-3BFF335F28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Frontend Architecture</a:t>
            </a:r>
            <a:endParaRPr sz="32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4ED392-EBF8-8093-9021-AA90087C5E00}"/>
              </a:ext>
            </a:extLst>
          </p:cNvPr>
          <p:cNvSpPr txBox="1">
            <a:spLocks/>
          </p:cNvSpPr>
          <p:nvPr/>
        </p:nvSpPr>
        <p:spPr>
          <a:xfrm>
            <a:off x="416768" y="1641067"/>
            <a:ext cx="9601200" cy="508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State &amp; API Communication</a:t>
            </a: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Hooks Used</a:t>
            </a:r>
          </a:p>
          <a:p>
            <a:pPr algn="l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 UI data</a:t>
            </a:r>
          </a:p>
          <a:p>
            <a:pPr algn="l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Load data on mount</a:t>
            </a: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GET, POST, DELETE requests</a:t>
            </a:r>
          </a:p>
          <a:p>
            <a:pPr algn="l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file upload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API for export</a:t>
            </a:r>
          </a:p>
          <a:p>
            <a:pPr algn="l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updates UI automatically when state changes.</a:t>
            </a:r>
          </a:p>
          <a:p>
            <a:pPr algn="l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F7DE7-3FC6-1ADA-A144-9DBFE341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25" y="1754155"/>
            <a:ext cx="5457425" cy="34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18A5351-F94E-A133-23BC-C660D302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D842B8D0-FD82-B996-B175-5D291C7F02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Frontend Architecture</a:t>
            </a:r>
            <a:endParaRPr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67FC1-DEC6-EB1F-5D0C-881838509812}"/>
              </a:ext>
            </a:extLst>
          </p:cNvPr>
          <p:cNvSpPr txBox="1"/>
          <p:nvPr/>
        </p:nvSpPr>
        <p:spPr>
          <a:xfrm>
            <a:off x="1017036" y="1530221"/>
            <a:ext cx="3788530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interface for users to sign in or register.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email and password as credentials.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login request to backend APIs.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received authentication token for session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Redirects authenticated users to the dashboard.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9CEE3FE-5548-3666-F47C-D3C5E2156E24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524" y="1671325"/>
            <a:ext cx="4937125" cy="3291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F91095-5245-17EE-DAD9-D9CA8AD756AC}"/>
              </a:ext>
            </a:extLst>
          </p:cNvPr>
          <p:cNvSpPr txBox="1"/>
          <p:nvPr/>
        </p:nvSpPr>
        <p:spPr>
          <a:xfrm>
            <a:off x="7025951" y="4878898"/>
            <a:ext cx="4394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Figure shows the user Login Screen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5471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295D937-BA8C-1185-4C67-8FD81439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3DD2991E-9701-3C87-5154-E56F6B7607A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Backend Architecture</a:t>
            </a:r>
            <a:endParaRPr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0D1B9-DC45-C581-4B70-01F8BB6FA634}"/>
              </a:ext>
            </a:extLst>
          </p:cNvPr>
          <p:cNvSpPr txBox="1"/>
          <p:nvPr/>
        </p:nvSpPr>
        <p:spPr>
          <a:xfrm>
            <a:off x="1119673" y="1819469"/>
            <a:ext cx="10235682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modular, layered design.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receive requests from the client and forward them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handles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communication with the database.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storing users and document metadata.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protects routes and ensures secure access.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separation of concerns improves scalability and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418139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AB17213-E7F4-41AE-9483-180A2FB5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BBCFF150-F573-75C6-9DEC-048BD6DDD0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458711"/>
            <a:ext cx="12192000" cy="78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990"/>
            </a:pPr>
            <a:r>
              <a:rPr lang="en-US" sz="3200" b="1" dirty="0"/>
              <a:t>Future Scope</a:t>
            </a:r>
            <a:endParaRPr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877E2-7B2D-84C6-8F94-7A4DBDF507F0}"/>
              </a:ext>
            </a:extLst>
          </p:cNvPr>
          <p:cNvSpPr txBox="1"/>
          <p:nvPr/>
        </p:nvSpPr>
        <p:spPr>
          <a:xfrm>
            <a:off x="1119673" y="1819469"/>
            <a:ext cx="10235682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OCR to automatically extract data from invoices and receipts.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analytics and expense insights through dashboards and reports.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multi-format and multi-language document processing.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cloud storage and backup for scalability.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search, filtering, and advanced document retrieval.</a:t>
            </a:r>
          </a:p>
        </p:txBody>
      </p:sp>
    </p:spTree>
    <p:extLst>
      <p:ext uri="{BB962C8B-B14F-4D97-AF65-F5344CB8AC3E}">
        <p14:creationId xmlns:p14="http://schemas.microsoft.com/office/powerpoint/2010/main" val="312732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0EE49D7-6961-C482-1E2D-0E7B9D62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C34A6C-81A0-EC5F-C734-22995C57CA03}"/>
              </a:ext>
            </a:extLst>
          </p:cNvPr>
          <p:cNvSpPr txBox="1"/>
          <p:nvPr/>
        </p:nvSpPr>
        <p:spPr>
          <a:xfrm>
            <a:off x="905069" y="2295330"/>
            <a:ext cx="10235682" cy="143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748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530</Words>
  <Application>Microsoft Office PowerPoint</Application>
  <PresentationFormat>Widescreen</PresentationFormat>
  <Paragraphs>95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PROJECT PROCESS REPORT</vt:lpstr>
      <vt:lpstr>PROJECT OVERVIEW</vt:lpstr>
      <vt:lpstr>Abstract</vt:lpstr>
      <vt:lpstr>Introduction</vt:lpstr>
      <vt:lpstr>Tech Stack</vt:lpstr>
      <vt:lpstr>Frontend Architecture</vt:lpstr>
      <vt:lpstr>Frontend Architecture</vt:lpstr>
      <vt:lpstr>Frontend Architecture</vt:lpstr>
      <vt:lpstr>Frontend Architecture</vt:lpstr>
      <vt:lpstr>Backend Architecture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Sharma</dc:creator>
  <cp:lastModifiedBy>Ankit Sharma</cp:lastModifiedBy>
  <cp:revision>2</cp:revision>
  <dcterms:created xsi:type="dcterms:W3CDTF">2026-02-13T13:20:17Z</dcterms:created>
  <dcterms:modified xsi:type="dcterms:W3CDTF">2026-02-13T15:09:13Z</dcterms:modified>
</cp:coreProperties>
</file>